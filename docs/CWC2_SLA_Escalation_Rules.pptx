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26A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8F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CWC 2.0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SLA Configuration &amp;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Escalation Rules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breach detection, configurable escalation workflows, and smart scheduling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Citadel Group Technologies Sdn Bhd  |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51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051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325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Agreement fundamentals and how CWC 2.0 enforces them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709928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7099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709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Detection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1984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detection when tickets exceed their deadline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368296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36829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23682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Rules Engine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264261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time-based escalation after breach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026664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02666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0266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Config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33009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Cron-based scheduler, dual-mode architecture, env vars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685032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6850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UI Walkthrough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39593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admins configure SLA and escalation rules in the portal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343400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343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4617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ticket creation to breach detection to escalation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SLA?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Level Agreement (SLA) defines the maximum time allowed to resolve a ticket before it is considered breached.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26060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SLA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Type (subcategory) gets its own SLA deadline (slaHours). IT Hardware = 8h, HR Leave = 24h, etc.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201168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2011680"/>
            <a:ext cx="26060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Auto-Deadline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31546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ticket is created, slaDueAt is calculated: createdAt + slaHours. This drives all SLA enforcement.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201168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011680"/>
            <a:ext cx="26060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= Overdue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1546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ticket isn't resolved before slaDueAt, it is SLA-breached. The system detects, logs, and notifies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SLA Breach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 checker runs on a schedule and identifies tickets that have exceeded their slaDueAt deadline.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3000" y="17373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all open tickets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slaDueAt &lt;= now()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2057400"/>
            <a:ext cx="502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7373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97480" y="2514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out tickets that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have a breach log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2057400"/>
            <a:ext cx="502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17373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2514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SLA BREACH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 entry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057400"/>
            <a:ext cx="502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173736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2514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assigned agent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all ADMIN users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52044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statuses (never flagged as breached):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  |  REIMBURSEMENT_CLOSED  |  REJECTED  |  COMPLETED  |  PAYMENT_COMPLETED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ticket is only breach-logged ONCE. The check looks for an existing SLA BREACH activity before creating a new one.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Escalation Rules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rules define WHO gets notified and WHEN after a ticket has breached SLA.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requestTypeId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UUID (FK)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request type this rule applies 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triggerHoursAfterBreach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&gt;=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after breach to fire (0 = immediately)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notifyRoles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String[]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 to notify: ADMIN, AGENT, HR, IT, FINANCE, CEO, VP, GROUP_CEO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label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String? (optional)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Human-readable name, e.g. 'Escalate to CEO'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isActive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rule on/off without deleting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79476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3794760"/>
            <a:ext cx="54864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388620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Once Per Rule Per Ticket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can only fire once per ticket. Duplicate checks prevent re-firing on subsequent scheduler runs.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379476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379476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388620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Rules = Staggered Escalation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0h = notify AGENT, 2h = notify HR, 8h = notify CEO. Escalation intensity increases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Scheduling &amp; Configuration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Mode (Default)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SLA_SCHEDULE_MODE=cron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Mon-Fri 9:00 AM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SLA_CRON_EXPRESSION='0 9 * * 1-5'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on startup, then on schedule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cron falls back to 60s interval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6576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Mode (Legacy)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SLA_SCHEDULE_MODE=interval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Every 60 seconds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SLA_CHECK_INTERVAL_MS=60000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server load, real-time detection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7680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657600"/>
            <a:ext cx="54864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4904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node-cron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scheduling + 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module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env vars. Two-phase check: </a:t>
            </a:r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checkSlaBreaches()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 </a:t>
            </a:r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checkEscalations()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Runs on server start (immediate), then on schedule.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UI Walkthrough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Settings  &gt;  SLA &amp; SLA Escalation tabs  |  Requires admin:settings permission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54480"/>
            <a:ext cx="36576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Service Desk (IT, HR, Finance)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Category (e.g. Hardware Support)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Request Type (e.g. Laptop Request)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SLA Hours for that type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slaDueAt = createdAt + slaHours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54480"/>
            <a:ext cx="36576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Escalation Tab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cascading: Desk &gt; Category &gt; Type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Trigger Hours (0 = immediate)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Roles to Notify (multi-select)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label + Add Rule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active/inactive, delete rules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1280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54480" y="1600200"/>
            <a:ext cx="548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Created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slaDueAt = createdAt + SLA hours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46120" y="1600200"/>
            <a:ext cx="548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48840" y="2423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passed. Breach logged, assigned agent + admins notified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51960" y="12801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37760" y="1600200"/>
            <a:ext cx="548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0h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423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Immediate: notify AGENT + IT per rule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280160"/>
            <a:ext cx="640080" cy="64008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629400" y="1600200"/>
            <a:ext cx="548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+Nh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2423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tiers: HR at 2h, CEO at 8h, etc.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12801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2376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2423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 SLA/escalation actions triggered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291840"/>
            <a:ext cx="7680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3291840"/>
            <a:ext cx="54864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3832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an escalation fires: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3703320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Activity Log: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"SLA ESCALATION:{ruleId} - Escalated {hours}h after breach ({label})"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Find Users: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all users matching notifyRoles (e.g. all users with role HR, CEO)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Push Notification: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SLA_ESCALATED template sent via in-app notification + SSE push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Idempotent: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fires ONCE per ticket. Duplicate check prevents re-notification.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Example: IT Hardware Escalation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Laptop Replacement request with 8-hour SLA, 3 escalation tiers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97280" cy="502920"/>
          </a:xfrm>
          <a:prstGeom prst="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2057400"/>
            <a:ext cx="0" cy="19202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Created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874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Due = 09:00 + 8h = 17:00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249424"/>
            <a:ext cx="1097280" cy="502920"/>
          </a:xfrm>
          <a:prstGeom prst="rect">
            <a:avLst>
              <a:gd name="adj" fmla="val 9091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4942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0" y="2752344"/>
            <a:ext cx="0" cy="19202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2494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256946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logged. Assigned IT agent + ADMINs notified.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944368"/>
            <a:ext cx="1097280" cy="502920"/>
          </a:xfrm>
          <a:prstGeom prst="rect">
            <a:avLst>
              <a:gd name="adj" fmla="val 9091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443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80160" y="3447288"/>
            <a:ext cx="0" cy="19202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2944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(0h after breach)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0" y="32644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notify AGENT + IT roles immediately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639312"/>
            <a:ext cx="1097280" cy="502920"/>
          </a:xfrm>
          <a:prstGeom prst="rect">
            <a:avLst>
              <a:gd name="adj" fmla="val 9091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6393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80160" y="4142232"/>
            <a:ext cx="0" cy="19202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3639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(2h after breach)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11680" y="39593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notify HR + FINANCE roles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334256"/>
            <a:ext cx="1097280" cy="502920"/>
          </a:xfrm>
          <a:prstGeom prst="rect">
            <a:avLst>
              <a:gd name="adj" fmla="val 9091"/>
            </a:avLst>
          </a:prstGeom>
          <a:solidFill>
            <a:srgbClr val="9333E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33425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11680" y="4334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(8h after breach)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11680" y="46542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notify CEO + GROUP_CEO roles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26A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pPr indent="0" marL="0">
              <a:buNone/>
            </a:pPr>
            <a:r>
              <a:rPr lang="en-US" sz="1300" dirty="0">
                <a:solidFill>
                  <a:srgbClr val="D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SLA deadlines are set per request type — fully configurable by admins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pPr indent="0" marL="0">
              <a:buNone/>
            </a:pPr>
            <a:r>
              <a:rPr lang="en-US" sz="1300" dirty="0">
                <a:solidFill>
                  <a:srgbClr val="D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Breach detection is automatic, idempotent, and runs on a cron schedule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pPr indent="0" marL="0">
              <a:buNone/>
            </a:pPr>
            <a:r>
              <a:rPr lang="en-US" sz="1300" dirty="0">
                <a:solidFill>
                  <a:srgbClr val="D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Escalation rules support staggered multi-tier notifications (0h, 2h, 8h...)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pPr indent="0" marL="0">
              <a:buNone/>
            </a:pPr>
            <a:r>
              <a:rPr lang="en-US" sz="1300" dirty="0">
                <a:solidFill>
                  <a:srgbClr val="D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rule fires exactly once per ticket — no spam, no duplicates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pPr indent="0" marL="0">
              <a:buNone/>
            </a:pPr>
            <a:r>
              <a:rPr lang="en-US" sz="1300" dirty="0">
                <a:solidFill>
                  <a:srgbClr val="D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Dual-mode scheduler: production cron (Mon-Fri 9am) or legacy interval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pPr indent="0" marL="0">
              <a:buNone/>
            </a:pPr>
            <a:r>
              <a:rPr lang="en-US" sz="1300" dirty="0">
                <a:solidFill>
                  <a:srgbClr val="D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Zero new infrastructure — node-cron + Prisma, no external job queue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Citadel Group Technologies Sdn Bhd  |  CWC 2.0 Enterprise Help Center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CWC 2.0 SLA Configuration &amp; Escalation Rules</dc:title>
  <dc:subject>PptxGenJS Presentation</dc:subject>
  <dc:creator>Citadel Group Technologies</dc:creator>
  <cp:lastModifiedBy>Citadel Group Technologies</cp:lastModifiedBy>
  <cp:revision>1</cp:revision>
  <dcterms:created xsi:type="dcterms:W3CDTF">2026-04-26T09:50:51Z</dcterms:created>
  <dcterms:modified xsi:type="dcterms:W3CDTF">2026-04-26T09:50:51Z</dcterms:modified>
</cp:coreProperties>
</file>