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2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IT Support Ticket Submission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BBFE8"/>
                </a:solidFill>
              </a:defRPr>
            </a:pPr>
            <a:r>
              <a:t>A Step-by-Step Guide for Staff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Citadel Group Technologies Sdn Bhd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Citadel Group Technologies Sdn Bhd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CC"/>
                </a:solidFill>
              </a:defRPr>
            </a:pPr>
            <a:r>
              <a:t>What You'll 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7295" cy="457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65760" cy="4572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B4D"/>
                </a:solidFill>
              </a:defRPr>
            </a:pPr>
            <a:r>
              <a:t>How to access the IT Support portal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365760" cy="4572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560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B4D"/>
                </a:solidFill>
              </a:defRPr>
            </a:pPr>
            <a:r>
              <a:t>Understanding the 5 IT support categories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91840"/>
            <a:ext cx="365760" cy="4572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918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B4D"/>
                </a:solidFill>
              </a:defRPr>
            </a:pPr>
            <a:r>
              <a:t>What information to provide for each request 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023360"/>
            <a:ext cx="365760" cy="4572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0233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B4D"/>
                </a:solidFill>
              </a:defRPr>
            </a:pPr>
            <a:r>
              <a:t>SLA response times and what to expect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754880"/>
            <a:ext cx="365760" cy="4572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7548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B4D"/>
                </a:solidFill>
              </a:defRPr>
            </a:pPr>
            <a:r>
              <a:t>How to track your ticket status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486400"/>
            <a:ext cx="365760" cy="4572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4864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B4D"/>
                </a:solidFill>
              </a:defRPr>
            </a:pPr>
            <a:r>
              <a:t>Best practices for faster resolution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Citadel Group Technologies Sdn Bhd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CC"/>
                </a:solidFill>
              </a:defRPr>
            </a:pPr>
            <a:r>
              <a:t>Accessing the IT Support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7295" cy="457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7729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548640" cy="5486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202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2CC"/>
                </a:solidFill>
              </a:defRPr>
            </a:pPr>
            <a:r>
              <a:t>Log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402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78C"/>
                </a:solidFill>
              </a:defRPr>
            </a:pPr>
            <a:r>
              <a:t>Navigate to the CWC Portal and log in with your company credentials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1127729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017520"/>
            <a:ext cx="548640" cy="5486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17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2CC"/>
                </a:solidFill>
              </a:defRPr>
            </a:pPr>
            <a:r>
              <a:t>Select IT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3375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78C"/>
                </a:solidFill>
              </a:defRPr>
            </a:pPr>
            <a:r>
              <a:t>Click on 'IT Support' from the main dashboard or service desk menu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1127729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114800"/>
            <a:ext cx="548640" cy="5486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114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2CC"/>
                </a:solidFill>
              </a:defRPr>
            </a:pPr>
            <a:r>
              <a:t>Create Request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4348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78C"/>
                </a:solidFill>
              </a:defRPr>
            </a:pPr>
            <a:r>
              <a:t>Click the 'Create Request' or 'New Ticket' button to start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Citadel Group Technologies Sdn Bhd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CC"/>
                </a:solidFill>
              </a:defRPr>
            </a:pPr>
            <a:r>
              <a:t>5 IT Support Categories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7295" cy="457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5778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52CC"/>
                </a:solidFill>
              </a:defRPr>
            </a:pPr>
            <a:r>
              <a:t>Get IT Help</a:t>
            </a:r>
          </a:p>
          <a:p>
            <a:pPr>
              <a:spcBef>
                <a:spcPts val="500"/>
              </a:spcBef>
              <a:defRPr sz="1300">
                <a:solidFill>
                  <a:srgbClr val="172B4D"/>
                </a:solidFill>
              </a:defRPr>
            </a:pPr>
            <a:r>
              <a:t>General IT assistance and support requests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5778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52CC"/>
                </a:solidFill>
              </a:defRPr>
            </a:pPr>
            <a:r>
              <a:t>Email Management</a:t>
            </a:r>
          </a:p>
          <a:p>
            <a:pPr>
              <a:spcBef>
                <a:spcPts val="500"/>
              </a:spcBef>
              <a:defRPr sz="1300">
                <a:solidFill>
                  <a:srgbClr val="172B4D"/>
                </a:solidFill>
              </a:defRPr>
            </a:pPr>
            <a:r>
              <a:t>Email setup, forwarding, distribution lists, and access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55778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52CC"/>
                </a:solidFill>
              </a:defRPr>
            </a:pPr>
            <a:r>
              <a:t>Report System Problem</a:t>
            </a:r>
          </a:p>
          <a:p>
            <a:pPr>
              <a:spcBef>
                <a:spcPts val="500"/>
              </a:spcBef>
              <a:defRPr sz="1300">
                <a:solidFill>
                  <a:srgbClr val="172B4D"/>
                </a:solidFill>
              </a:defRPr>
            </a:pPr>
            <a:r>
              <a:t>Technical issues, bugs, and system malfunctions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017520"/>
            <a:ext cx="55778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52CC"/>
                </a:solidFill>
              </a:defRPr>
            </a:pPr>
            <a:r>
              <a:t>Request Software Installation</a:t>
            </a:r>
          </a:p>
          <a:p>
            <a:pPr>
              <a:spcBef>
                <a:spcPts val="500"/>
              </a:spcBef>
              <a:defRPr sz="1300">
                <a:solidFill>
                  <a:srgbClr val="172B4D"/>
                </a:solidFill>
              </a:defRPr>
            </a:pPr>
            <a:r>
              <a:t>New software licenses and installations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389120"/>
            <a:ext cx="55778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52CC"/>
                </a:solidFill>
              </a:defRPr>
            </a:pPr>
            <a:r>
              <a:t>Request New Hardware</a:t>
            </a:r>
          </a:p>
          <a:p>
            <a:pPr>
              <a:spcBef>
                <a:spcPts val="500"/>
              </a:spcBef>
              <a:defRPr sz="1300">
                <a:solidFill>
                  <a:srgbClr val="172B4D"/>
                </a:solidFill>
              </a:defRPr>
            </a:pPr>
            <a:r>
              <a:t>Hardware requests for new equipment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Citadel Group Technologies Sdn Bhd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CC"/>
                </a:solidFill>
              </a:defRPr>
            </a:pPr>
            <a:r>
              <a:t>Get IT Help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7295" cy="457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72B4D"/>
                </a:solidFill>
              </a:defRPr>
            </a:pPr>
            <a:r>
              <a:t>Description:</a:t>
            </a:r>
          </a:p>
          <a:p>
            <a:pPr>
              <a:defRPr sz="1500">
                <a:solidFill>
                  <a:srgbClr val="6B778C"/>
                </a:solidFill>
              </a:defRPr>
            </a:pPr>
            <a:r>
              <a:t>General IT assistance and support 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72B4D"/>
                </a:solidFill>
              </a:defRPr>
            </a:pPr>
            <a:r>
              <a:t>Required Fields: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320040" cy="3200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172B4D"/>
                </a:solidFill>
              </a:defRPr>
            </a:pPr>
            <a:r>
              <a:t>Issue 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172B4D"/>
                </a:solidFill>
              </a:defRPr>
            </a:pPr>
            <a:r>
              <a:t>Priority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66160"/>
            <a:ext cx="320040" cy="3200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172B4D"/>
                </a:solidFill>
              </a:defRPr>
            </a:pPr>
            <a:r>
              <a:t>Description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320040" cy="3200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172B4D"/>
                </a:solidFill>
              </a:defRPr>
            </a:pPr>
            <a:r>
              <a:t>Attachments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89120"/>
            <a:ext cx="11277295" cy="914400"/>
          </a:xfrm>
          <a:prstGeom prst="rect">
            <a:avLst/>
          </a:prstGeom>
          <a:solidFill>
            <a:srgbClr val="5BB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💡 Tip: Be specific and provide all relevant details to help resolve your request faster.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Citadel Group Technologies Sdn Bhd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CC"/>
                </a:solidFill>
              </a:defRPr>
            </a:pPr>
            <a:r>
              <a:t>Email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7295" cy="457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72B4D"/>
                </a:solidFill>
              </a:defRPr>
            </a:pPr>
            <a:r>
              <a:t>Description:</a:t>
            </a:r>
          </a:p>
          <a:p>
            <a:pPr>
              <a:defRPr sz="1500">
                <a:solidFill>
                  <a:srgbClr val="6B778C"/>
                </a:solidFill>
              </a:defRPr>
            </a:pPr>
            <a:r>
              <a:t>Email setup, forwarding, distribution lists, and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72B4D"/>
                </a:solidFill>
              </a:defRPr>
            </a:pPr>
            <a:r>
              <a:t>Required Fields: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320040" cy="3200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172B4D"/>
                </a:solidFill>
              </a:defRPr>
            </a:pPr>
            <a:r>
              <a:t>Request 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172B4D"/>
                </a:solidFill>
              </a:defRPr>
            </a:pPr>
            <a:r>
              <a:t>Email Address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66160"/>
            <a:ext cx="320040" cy="3200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172B4D"/>
                </a:solidFill>
              </a:defRPr>
            </a:pPr>
            <a:r>
              <a:t>Action Required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320040" cy="3200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172B4D"/>
                </a:solidFill>
              </a:defRPr>
            </a:pPr>
            <a:r>
              <a:t>Justification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89120"/>
            <a:ext cx="11277295" cy="914400"/>
          </a:xfrm>
          <a:prstGeom prst="rect">
            <a:avLst/>
          </a:prstGeom>
          <a:solidFill>
            <a:srgbClr val="5BB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💡 Tip: Be specific and provide all relevant details to help resolve your request faster.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Citadel Group Technologies Sdn Bhd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CC"/>
                </a:solidFill>
              </a:defRPr>
            </a:pPr>
            <a:r>
              <a:t>Report System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7295" cy="457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72B4D"/>
                </a:solidFill>
              </a:defRPr>
            </a:pPr>
            <a:r>
              <a:t>Description:</a:t>
            </a:r>
          </a:p>
          <a:p>
            <a:pPr>
              <a:defRPr sz="1500">
                <a:solidFill>
                  <a:srgbClr val="6B778C"/>
                </a:solidFill>
              </a:defRPr>
            </a:pPr>
            <a:r>
              <a:t>Technical issues, bugs, and system malfunctions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72B4D"/>
                </a:solidFill>
              </a:defRPr>
            </a:pPr>
            <a:r>
              <a:t>Required Fields: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320040" cy="3200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172B4D"/>
                </a:solidFill>
              </a:defRPr>
            </a:pPr>
            <a:r>
              <a:t>System Name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172B4D"/>
                </a:solidFill>
              </a:defRPr>
            </a:pPr>
            <a:r>
              <a:t>Error 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66160"/>
            <a:ext cx="320040" cy="3200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172B4D"/>
                </a:solidFill>
              </a:defRPr>
            </a:pPr>
            <a:r>
              <a:t>Steps to Reproduce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320040" cy="3200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172B4D"/>
                </a:solidFill>
              </a:defRPr>
            </a:pPr>
            <a:r>
              <a:t>Screenshots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89120"/>
            <a:ext cx="11277295" cy="914400"/>
          </a:xfrm>
          <a:prstGeom prst="rect">
            <a:avLst/>
          </a:prstGeom>
          <a:solidFill>
            <a:srgbClr val="5BB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💡 Tip: Be specific and provide all relevant details to help resolve your request faster.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Citadel Group Technologies Sdn Bhd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CC"/>
                </a:solidFill>
              </a:defRPr>
            </a:pPr>
            <a:r>
              <a:t>Request Software Installation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7295" cy="457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72B4D"/>
                </a:solidFill>
              </a:defRPr>
            </a:pPr>
            <a:r>
              <a:t>Description:</a:t>
            </a:r>
          </a:p>
          <a:p>
            <a:pPr>
              <a:defRPr sz="1500">
                <a:solidFill>
                  <a:srgbClr val="6B778C"/>
                </a:solidFill>
              </a:defRPr>
            </a:pPr>
            <a:r>
              <a:t>New software licenses and installations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72B4D"/>
                </a:solidFill>
              </a:defRPr>
            </a:pPr>
            <a:r>
              <a:t>Required Fields: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320040" cy="3200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172B4D"/>
                </a:solidFill>
              </a:defRPr>
            </a:pPr>
            <a:r>
              <a:t>Software Name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172B4D"/>
                </a:solidFill>
              </a:defRPr>
            </a:pPr>
            <a:r>
              <a:t>Version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66160"/>
            <a:ext cx="320040" cy="3200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172B4D"/>
                </a:solidFill>
              </a:defRPr>
            </a:pPr>
            <a:r>
              <a:t>Business Justification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320040" cy="3200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172B4D"/>
                </a:solidFill>
              </a:defRPr>
            </a:pPr>
            <a:r>
              <a:t>Department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89120"/>
            <a:ext cx="11277295" cy="914400"/>
          </a:xfrm>
          <a:prstGeom prst="rect">
            <a:avLst/>
          </a:prstGeom>
          <a:solidFill>
            <a:srgbClr val="5BB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💡 Tip: Be specific and provide all relevant details to help resolve your request faster.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Citadel Group Technologies Sdn Bhd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CC"/>
                </a:solidFill>
              </a:defRPr>
            </a:pPr>
            <a:r>
              <a:t>Request New Hardware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7295" cy="457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72B4D"/>
                </a:solidFill>
              </a:defRPr>
            </a:pPr>
            <a:r>
              <a:t>Description:</a:t>
            </a:r>
          </a:p>
          <a:p>
            <a:pPr>
              <a:defRPr sz="1500">
                <a:solidFill>
                  <a:srgbClr val="6B778C"/>
                </a:solidFill>
              </a:defRPr>
            </a:pPr>
            <a:r>
              <a:t>Hardware requests for new equipment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72B4D"/>
                </a:solidFill>
              </a:defRPr>
            </a:pPr>
            <a:r>
              <a:t>Required Fields: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320040" cy="3200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172B4D"/>
                </a:solidFill>
              </a:defRPr>
            </a:pPr>
            <a:r>
              <a:t>Hardware 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172B4D"/>
                </a:solidFill>
              </a:defRPr>
            </a:pPr>
            <a:r>
              <a:t>Specifications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66160"/>
            <a:ext cx="320040" cy="3200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172B4D"/>
                </a:solidFill>
              </a:defRPr>
            </a:pPr>
            <a:r>
              <a:t>Quantity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320040" cy="3200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172B4D"/>
                </a:solidFill>
              </a:defRPr>
            </a:pPr>
            <a:r>
              <a:t>Delivery Location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89120"/>
            <a:ext cx="11277295" cy="914400"/>
          </a:xfrm>
          <a:prstGeom prst="rect">
            <a:avLst/>
          </a:prstGeom>
          <a:solidFill>
            <a:srgbClr val="5BB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💡 Tip: Be specific and provide all relevant details to help resolve your request faster.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Citadel Group Technologies Sdn Bhd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CC"/>
                </a:solidFill>
              </a:defRPr>
            </a:pPr>
            <a:r>
              <a:t>SLA Response Times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7295" cy="457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778C"/>
                </a:solidFill>
              </a:defRPr>
            </a:pPr>
            <a:r>
              <a:t>Initial response time based on priority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11277295" cy="731520"/>
          </a:xfrm>
          <a:prstGeom prst="rect">
            <a:avLst/>
          </a:prstGeom>
          <a:solidFill>
            <a:srgbClr val="FFFFFF"/>
          </a:solidFill>
          <a:ln w="50800">
            <a:solidFill>
              <a:srgbClr val="FF5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5630"/>
                </a:solidFill>
              </a:rPr>
              <a:t>CRITICAL</a:t>
            </a:r>
          </a:p>
          <a:p>
            <a:r>
              <a:rPr sz="1400">
                <a:solidFill>
                  <a:srgbClr val="6B778C"/>
                </a:solidFill>
              </a:rPr>
              <a:t>Initial Response Within: </a:t>
            </a:r>
            <a:r>
              <a:rPr sz="2400" b="1">
                <a:solidFill>
                  <a:srgbClr val="172B4D"/>
                </a:solidFill>
              </a:rPr>
              <a:t>1 hour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80360"/>
            <a:ext cx="11277295" cy="731520"/>
          </a:xfrm>
          <a:prstGeom prst="rect">
            <a:avLst/>
          </a:prstGeom>
          <a:solidFill>
            <a:srgbClr val="FFFFFF"/>
          </a:solidFill>
          <a:ln w="50800">
            <a:solidFill>
              <a:srgbClr val="FF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AB00"/>
                </a:solidFill>
              </a:rPr>
              <a:t>HIGH</a:t>
            </a:r>
          </a:p>
          <a:p>
            <a:r>
              <a:rPr sz="1400">
                <a:solidFill>
                  <a:srgbClr val="6B778C"/>
                </a:solidFill>
              </a:rPr>
              <a:t>Initial Response Within: </a:t>
            </a:r>
            <a:r>
              <a:rPr sz="2400" b="1">
                <a:solidFill>
                  <a:srgbClr val="172B4D"/>
                </a:solidFill>
              </a:rPr>
              <a:t>4 hours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49039"/>
            <a:ext cx="11277295" cy="731520"/>
          </a:xfrm>
          <a:prstGeom prst="rect">
            <a:avLst/>
          </a:prstGeom>
          <a:solidFill>
            <a:srgbClr val="FFFFFF"/>
          </a:solidFill>
          <a:ln w="5080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052CC"/>
                </a:solidFill>
              </a:rPr>
              <a:t>MEDIUM</a:t>
            </a:r>
          </a:p>
          <a:p>
            <a:r>
              <a:rPr sz="1400">
                <a:solidFill>
                  <a:srgbClr val="6B778C"/>
                </a:solidFill>
              </a:rPr>
              <a:t>Initial Response Within: </a:t>
            </a:r>
            <a:r>
              <a:rPr sz="2400" b="1">
                <a:solidFill>
                  <a:srgbClr val="172B4D"/>
                </a:solidFill>
              </a:rPr>
              <a:t>24 hours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617720"/>
            <a:ext cx="11277295" cy="731520"/>
          </a:xfrm>
          <a:prstGeom prst="rect">
            <a:avLst/>
          </a:prstGeom>
          <a:solidFill>
            <a:srgbClr val="FFFFFF"/>
          </a:solidFill>
          <a:ln w="50800">
            <a:solidFill>
              <a:srgbClr val="36B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36B37E"/>
                </a:solidFill>
              </a:rPr>
              <a:t>LOW</a:t>
            </a:r>
          </a:p>
          <a:p>
            <a:r>
              <a:rPr sz="1400">
                <a:solidFill>
                  <a:srgbClr val="6B778C"/>
                </a:solidFill>
              </a:rPr>
              <a:t>Initial Response Within: </a:t>
            </a:r>
            <a:r>
              <a:rPr sz="2400" b="1">
                <a:solidFill>
                  <a:srgbClr val="172B4D"/>
                </a:solidFill>
              </a:rPr>
              <a:t>48 hours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Citadel Group Technologies Sdn Bhd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CC"/>
                </a:solidFill>
              </a:defRPr>
            </a:pPr>
            <a:r>
              <a:t>After You Submit Your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7295" cy="457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83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2B4D"/>
                </a:solidFill>
              </a:defRPr>
            </a:pPr>
            <a:r>
              <a:t>Ticket Created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057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78C"/>
                </a:solidFill>
              </a:defRPr>
            </a:pPr>
            <a:r>
              <a:t>Confirmation email with ticket reference number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06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2B4D"/>
                </a:solidFill>
              </a:defRPr>
            </a:pPr>
            <a:r>
              <a:t>Agent Assignment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8803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78C"/>
                </a:solidFill>
              </a:defRPr>
            </a:pPr>
            <a:r>
              <a:t>IT team assigns to appropriate specialist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4290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2B4D"/>
                </a:solidFill>
              </a:defRPr>
            </a:pPr>
            <a:r>
              <a:t>Acknowledgment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7033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78C"/>
                </a:solidFill>
              </a:defRPr>
            </a:pPr>
            <a:r>
              <a:t>Agent acknowledges within SLA timeframe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251959"/>
            <a:ext cx="457200" cy="457200"/>
          </a:xfrm>
          <a:prstGeom prst="ellips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251959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2B4D"/>
                </a:solidFill>
              </a:defRPr>
            </a:pPr>
            <a:r>
              <a:t>Resolution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5262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78C"/>
                </a:solidFill>
              </a:defRPr>
            </a:pPr>
            <a:r>
              <a:t>Agent works on solution and provides updates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0749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2B4D"/>
                </a:solidFill>
              </a:defRPr>
            </a:pPr>
            <a:r>
              <a:t>Closure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3492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78C"/>
                </a:solidFill>
              </a:defRPr>
            </a:pPr>
            <a:r>
              <a:t>Issue resolved and ticket closed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Citadel Group Technologies Sdn Bhd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CC"/>
                </a:solidFill>
              </a:defRPr>
            </a:pPr>
            <a:r>
              <a:t>Tracking Your Ticket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7295" cy="457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CC"/>
                </a:solidFill>
              </a:defRPr>
            </a:pPr>
            <a:r>
              <a:t>My Requests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6B37E"/>
                </a:solidFill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10637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72B4D"/>
                </a:solidFill>
              </a:defRPr>
            </a:pPr>
            <a:r>
              <a:t>View all your submitted tickets in one 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6B37E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51760"/>
            <a:ext cx="10637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72B4D"/>
                </a:solidFill>
              </a:defRPr>
            </a:pPr>
            <a:r>
              <a:t>Filter by status: PENDING, IN_PROGRESS, RESOLVED, CLOSED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6B37E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00400"/>
            <a:ext cx="10637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72B4D"/>
                </a:solidFill>
              </a:defRPr>
            </a:pPr>
            <a:r>
              <a:t>Click any ticket to see full details and conversation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CC"/>
                </a:solidFill>
              </a:defRPr>
            </a:pPr>
            <a:r>
              <a:t>Email Notifications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110029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72B4D"/>
                </a:solidFill>
              </a:defRPr>
            </a:pPr>
            <a:r>
              <a:t>You will be notified when: agent responds, status changes, or ticket is resolved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Citadel Group Technologies Sdn Bhd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CC"/>
                </a:solidFill>
              </a:defRPr>
            </a:pPr>
            <a:r>
              <a:t>Best Practices for Faster Resolution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7295" cy="457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77295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36B37E"/>
                </a:solidFill>
              </a:rPr>
              <a:t>✓  </a:t>
            </a:r>
            <a:r>
              <a:rPr sz="1500">
                <a:solidFill>
                  <a:srgbClr val="172B4D"/>
                </a:solidFill>
              </a:rPr>
              <a:t>Choose the correct category for your request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40280"/>
            <a:ext cx="11277295" cy="4572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36B37E"/>
                </a:solidFill>
              </a:rPr>
              <a:t>✓  </a:t>
            </a:r>
            <a:r>
              <a:rPr sz="1500">
                <a:solidFill>
                  <a:srgbClr val="172B4D"/>
                </a:solidFill>
              </a:rPr>
              <a:t>Provide clear, detailed descriptions of the issue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88920"/>
            <a:ext cx="11277295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36B37E"/>
                </a:solidFill>
              </a:rPr>
              <a:t>✓  </a:t>
            </a:r>
            <a:r>
              <a:rPr sz="1500">
                <a:solidFill>
                  <a:srgbClr val="172B4D"/>
                </a:solidFill>
              </a:rPr>
              <a:t>Include error messages and screenshots when applicable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37560"/>
            <a:ext cx="11277295" cy="4572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36B37E"/>
                </a:solidFill>
              </a:rPr>
              <a:t>✓  </a:t>
            </a:r>
            <a:r>
              <a:rPr sz="1500">
                <a:solidFill>
                  <a:srgbClr val="172B4D"/>
                </a:solidFill>
              </a:rPr>
              <a:t>Specify the business impact and urgency accurately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86200"/>
            <a:ext cx="11277295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36B37E"/>
                </a:solidFill>
              </a:rPr>
              <a:t>✓  </a:t>
            </a:r>
            <a:r>
              <a:rPr sz="1500">
                <a:solidFill>
                  <a:srgbClr val="172B4D"/>
                </a:solidFill>
              </a:rPr>
              <a:t>Respond promptly when agent requests more information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434840"/>
            <a:ext cx="11277295" cy="4572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36B37E"/>
                </a:solidFill>
              </a:rPr>
              <a:t>✓  </a:t>
            </a:r>
            <a:r>
              <a:rPr sz="1500">
                <a:solidFill>
                  <a:srgbClr val="172B4D"/>
                </a:solidFill>
              </a:rPr>
              <a:t>Use one ticket per issue (do not combine requests)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983479"/>
            <a:ext cx="11277295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36B37E"/>
                </a:solidFill>
              </a:rPr>
              <a:t>✓  </a:t>
            </a:r>
            <a:r>
              <a:rPr sz="1500">
                <a:solidFill>
                  <a:srgbClr val="172B4D"/>
                </a:solidFill>
              </a:rPr>
              <a:t>Check existing tickets before creating duplicates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2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Need Help?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743200"/>
            <a:ext cx="8534095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052CC"/>
                </a:solidFill>
              </a:defRPr>
            </a:pPr>
            <a:r>
              <a:t>IT Support Contact</a:t>
            </a:r>
          </a:p>
          <a:p>
            <a:br/>
            <a:pPr algn="ctr">
              <a:defRPr sz="1800">
                <a:solidFill>
                  <a:srgbClr val="172B4D"/>
                </a:solidFill>
              </a:defRPr>
            </a:pPr>
            <a:r>
              <a:t>📧 itsupport@citadel.com.my</a:t>
            </a:r>
          </a:p>
          <a:p>
            <a:pPr algn="ctr">
              <a:defRPr sz="1800">
                <a:solidFill>
                  <a:srgbClr val="172B4D"/>
                </a:solidFill>
              </a:defRPr>
            </a:pPr>
            <a:r>
              <a:t>📞 +60 3-XXXX-XXXX</a:t>
            </a:r>
          </a:p>
          <a:p>
            <a:pPr algn="ctr">
              <a:defRPr sz="1800">
                <a:solidFill>
                  <a:srgbClr val="172B4D"/>
                </a:solidFill>
              </a:defRPr>
            </a:pPr>
            <a:r>
              <a:t>🕐 Mon - Fri, 9:00 AM - 6:00 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BBFE8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